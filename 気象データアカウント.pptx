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81" d="100"/>
          <a:sy n="81" d="100"/>
        </p:scale>
        <p:origin x="2016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4975-44FB-4565-87F5-0251F6F0E26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3C50-E2EE-4DAA-8CC2-5E457E1EA7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7104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4975-44FB-4565-87F5-0251F6F0E26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3C50-E2EE-4DAA-8CC2-5E457E1EA7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056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4975-44FB-4565-87F5-0251F6F0E26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3C50-E2EE-4DAA-8CC2-5E457E1EA7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2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4975-44FB-4565-87F5-0251F6F0E26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3C50-E2EE-4DAA-8CC2-5E457E1EA7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205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4975-44FB-4565-87F5-0251F6F0E26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3C50-E2EE-4DAA-8CC2-5E457E1EA7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5399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4975-44FB-4565-87F5-0251F6F0E26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3C50-E2EE-4DAA-8CC2-5E457E1EA7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877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4975-44FB-4565-87F5-0251F6F0E26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3C50-E2EE-4DAA-8CC2-5E457E1EA7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7289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4975-44FB-4565-87F5-0251F6F0E26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3C50-E2EE-4DAA-8CC2-5E457E1EA7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4798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4975-44FB-4565-87F5-0251F6F0E26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3C50-E2EE-4DAA-8CC2-5E457E1EA7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651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4975-44FB-4565-87F5-0251F6F0E26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3C50-E2EE-4DAA-8CC2-5E457E1EA7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7836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4975-44FB-4565-87F5-0251F6F0E26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3C50-E2EE-4DAA-8CC2-5E457E1EA7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6217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64975-44FB-4565-87F5-0251F6F0E26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33C50-E2EE-4DAA-8CC2-5E457E1EA7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7151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FD0E1E1-53E1-AC1C-053D-A1B3ACDE0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8" y="2095079"/>
            <a:ext cx="6172200" cy="167261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8D0D8BA-02C9-B00E-0C77-556B8011A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58" y="278262"/>
            <a:ext cx="6172200" cy="1482281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AB7AF69-B8CF-8057-99CE-6D9C341C1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81" y="4029143"/>
            <a:ext cx="3895238" cy="1085714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541E656-974D-4E7B-12BB-C11246305696}"/>
              </a:ext>
            </a:extLst>
          </p:cNvPr>
          <p:cNvSpPr txBox="1"/>
          <p:nvPr/>
        </p:nvSpPr>
        <p:spPr>
          <a:xfrm>
            <a:off x="1447800" y="5191636"/>
            <a:ext cx="5137945" cy="1649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パスワード：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naganougi3330</a:t>
            </a:r>
          </a:p>
          <a:p>
            <a:pPr>
              <a:lnSpc>
                <a:spcPct val="200000"/>
              </a:lnSpc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連絡電話：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090-2588-1117</a:t>
            </a:r>
          </a:p>
          <a:p>
            <a:pPr>
              <a:lnSpc>
                <a:spcPct val="200000"/>
              </a:lnSpc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連携アドレス：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saikaiinoshishi@yahoo.co.jp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9859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F81E62A-448C-DA07-DCF1-4EFAFD830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95" y="478971"/>
            <a:ext cx="5707317" cy="766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07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F145173-FD35-F3B0-D70A-C3DA14E96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13" y="220209"/>
            <a:ext cx="5453743" cy="308063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4F4BA98-10D0-7625-C3E0-714A9BE8A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13" y="3415157"/>
            <a:ext cx="6858000" cy="231368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7D980384-B94C-FBE1-83AC-585A13788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56" y="5667530"/>
            <a:ext cx="5638800" cy="265504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522EEE1-77BD-A3DF-6FEF-042F7228BE96}"/>
              </a:ext>
            </a:extLst>
          </p:cNvPr>
          <p:cNvSpPr txBox="1"/>
          <p:nvPr/>
        </p:nvSpPr>
        <p:spPr>
          <a:xfrm>
            <a:off x="729343" y="866502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プロバイダー名：おくやみ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AB5C9E8-7E1A-AB31-66C6-1166999C5389}"/>
              </a:ext>
            </a:extLst>
          </p:cNvPr>
          <p:cNvSpPr txBox="1"/>
          <p:nvPr/>
        </p:nvSpPr>
        <p:spPr>
          <a:xfrm>
            <a:off x="7015845" y="6549299"/>
            <a:ext cx="58510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ステータス</a:t>
            </a:r>
          </a:p>
          <a:p>
            <a:r>
              <a:rPr lang="ja-JP" altLang="en-US" dirty="0"/>
              <a:t>利用中</a:t>
            </a:r>
          </a:p>
          <a:p>
            <a:r>
              <a:rPr lang="en-US" altLang="ja-JP" dirty="0"/>
              <a:t>Channel</a:t>
            </a:r>
            <a:r>
              <a:rPr lang="ja-JP" altLang="en-US" dirty="0"/>
              <a:t>情報</a:t>
            </a:r>
          </a:p>
          <a:p>
            <a:r>
              <a:rPr lang="en-US" altLang="ja-JP" dirty="0"/>
              <a:t>Channel ID</a:t>
            </a:r>
            <a:r>
              <a:rPr lang="ja-JP" altLang="en-US" dirty="0"/>
              <a:t>　　　</a:t>
            </a:r>
            <a:r>
              <a:rPr lang="en-US" altLang="ja-JP" dirty="0"/>
              <a:t>2010900953</a:t>
            </a:r>
          </a:p>
          <a:p>
            <a:r>
              <a:rPr lang="en-US" altLang="ja-JP" dirty="0"/>
              <a:t>Channel secret</a:t>
            </a:r>
            <a:r>
              <a:rPr lang="ja-JP" altLang="en-US" dirty="0"/>
              <a:t>　　　</a:t>
            </a:r>
            <a:r>
              <a:rPr lang="en-US" altLang="ja-JP" dirty="0"/>
              <a:t>5f6a2808ce87b3b62e9ec9194f918822</a:t>
            </a:r>
            <a:endParaRPr lang="ja-JP" altLang="en-US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4E36A2F4-B343-4AD4-CF26-CB05ED407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6457" y="2584477"/>
            <a:ext cx="6858000" cy="308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77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D65010-7114-1082-4B1A-C5B4528EE5DB}"/>
              </a:ext>
            </a:extLst>
          </p:cNvPr>
          <p:cNvSpPr txBox="1"/>
          <p:nvPr/>
        </p:nvSpPr>
        <p:spPr>
          <a:xfrm>
            <a:off x="957943" y="1059321"/>
            <a:ext cx="4196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5f6a2808ce87b3b62e9ec9194f918822</a:t>
            </a:r>
            <a:endParaRPr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47188FB-0C86-FC88-FACE-4CF49FD9C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857" y="2045615"/>
            <a:ext cx="6858000" cy="2374884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D8E9600-DF46-468E-B994-C15CD4165B47}"/>
              </a:ext>
            </a:extLst>
          </p:cNvPr>
          <p:cNvSpPr txBox="1"/>
          <p:nvPr/>
        </p:nvSpPr>
        <p:spPr>
          <a:xfrm>
            <a:off x="220435" y="5344059"/>
            <a:ext cx="65287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チャネルアクセストークン</a:t>
            </a:r>
          </a:p>
          <a:p>
            <a:r>
              <a:rPr lang="ja-JP" altLang="en-US" dirty="0"/>
              <a:t>チャネルアクセストークン（長期） </a:t>
            </a:r>
          </a:p>
          <a:p>
            <a:r>
              <a:rPr lang="en-US" altLang="ja-JP" dirty="0"/>
              <a:t>0dQF80MvqDHrto7QUqTYJ6V+NXB+1S9tZ1L3+z+Jrs+ZkM2XpZVTUeoddO4gWyZaNnckQ81si/YJBR6LcFXoRb5LOCIzUE59kHYYiZfL/++qDlaioLnCMCkcpslo5oQy4F2HrdnnIpYSXeLNaVgzMwdB04t89/1O/w1cDnyilFU=</a:t>
            </a:r>
            <a:endParaRPr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B96B100-5732-F706-E438-BE6DF01FE445}"/>
              </a:ext>
            </a:extLst>
          </p:cNvPr>
          <p:cNvSpPr txBox="1"/>
          <p:nvPr/>
        </p:nvSpPr>
        <p:spPr>
          <a:xfrm>
            <a:off x="1194855" y="4572000"/>
            <a:ext cx="23102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/>
              <a:t>Ub8ba55ba82451f1659e16fddb752e60e</a:t>
            </a:r>
            <a:endParaRPr kumimoji="1" lang="ja-JP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83810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4718FC-117C-C5E3-CEFD-8C3559B6182C}"/>
              </a:ext>
            </a:extLst>
          </p:cNvPr>
          <p:cNvSpPr txBox="1"/>
          <p:nvPr/>
        </p:nvSpPr>
        <p:spPr>
          <a:xfrm>
            <a:off x="914400" y="2552011"/>
            <a:ext cx="4326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122d4bbcf29197b657418f48a6e93e52</a:t>
            </a:r>
            <a:endParaRPr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E38D011-EE13-41E5-22D1-1660F3B41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16" y="162132"/>
            <a:ext cx="5835192" cy="218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37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85856-1979-B543-DA61-7C1E1E6CB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458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231</TotalTime>
  <Words>56</Words>
  <Application>Microsoft Office PowerPoint</Application>
  <PresentationFormat>画面に合わせる (4:3)</PresentationFormat>
  <Paragraphs>15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BIZ UDPゴシック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USHI RO</dc:creator>
  <cp:lastModifiedBy>USHI RO</cp:lastModifiedBy>
  <cp:revision>6</cp:revision>
  <dcterms:created xsi:type="dcterms:W3CDTF">2026-07-25T20:42:30Z</dcterms:created>
  <dcterms:modified xsi:type="dcterms:W3CDTF">2026-07-30T07:26:09Z</dcterms:modified>
</cp:coreProperties>
</file>