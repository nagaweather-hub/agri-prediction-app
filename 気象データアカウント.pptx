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70" d="100"/>
          <a:sy n="70" d="100"/>
        </p:scale>
        <p:origin x="225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7104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056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022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8205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5399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774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728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798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6511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7836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6217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664975-44FB-4565-87F5-0251F6F0E26F}" type="datetimeFigureOut">
              <a:rPr kumimoji="1" lang="ja-JP" altLang="en-US" smtClean="0"/>
              <a:t>2026/7/26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733C50-E2EE-4DAA-8CC2-5E457E1EA7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715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FD0E1E1-53E1-AC1C-053D-A1B3ACDE0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8" y="2095079"/>
            <a:ext cx="6172200" cy="167261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8D0D8BA-02C9-B00E-0C77-556B8011A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8" y="278262"/>
            <a:ext cx="6172200" cy="1482281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CAB7AF69-B8CF-8057-99CE-6D9C341C1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81" y="4029143"/>
            <a:ext cx="3895238" cy="1085714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541E656-974D-4E7B-12BB-C11246305696}"/>
              </a:ext>
            </a:extLst>
          </p:cNvPr>
          <p:cNvSpPr txBox="1"/>
          <p:nvPr/>
        </p:nvSpPr>
        <p:spPr>
          <a:xfrm>
            <a:off x="1447800" y="5191636"/>
            <a:ext cx="5137945" cy="1649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パスワード：</a:t>
            </a:r>
            <a:r>
              <a:rPr kumimoji="1"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naganougi3330</a:t>
            </a:r>
          </a:p>
          <a:p>
            <a:pPr>
              <a:lnSpc>
                <a:spcPct val="200000"/>
              </a:lnSpc>
            </a:pPr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連絡電話：</a:t>
            </a:r>
            <a:r>
              <a:rPr kumimoji="1"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090-2588-1117</a:t>
            </a:r>
          </a:p>
          <a:p>
            <a:pPr>
              <a:lnSpc>
                <a:spcPct val="200000"/>
              </a:lnSpc>
            </a:pPr>
            <a:r>
              <a:rPr kumimoji="1"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連携アドレス：</a:t>
            </a:r>
            <a:r>
              <a:rPr kumimoji="1"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saikaiinoshishi@yahoo.co.jp</a:t>
            </a:r>
            <a:endParaRPr kumimoji="1"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98596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F81E62A-448C-DA07-DCF1-4EFAFD830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695" y="478971"/>
            <a:ext cx="5707317" cy="76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07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</TotalTime>
  <Words>17</Words>
  <Application>Microsoft Office PowerPoint</Application>
  <PresentationFormat>画面に合わせる (4:3)</PresentationFormat>
  <Paragraphs>3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BIZ UDPゴシック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USHI RO</dc:creator>
  <cp:lastModifiedBy>USHI RO</cp:lastModifiedBy>
  <cp:revision>2</cp:revision>
  <dcterms:created xsi:type="dcterms:W3CDTF">2026-07-25T20:42:30Z</dcterms:created>
  <dcterms:modified xsi:type="dcterms:W3CDTF">2026-07-26T00:05:26Z</dcterms:modified>
</cp:coreProperties>
</file>