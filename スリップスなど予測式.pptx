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472B0F-C2FA-AA09-CEEA-F29565F01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A416B6-3F7B-5BF3-1E1B-CFB67E7D4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1B2E79-E522-D454-BB7D-D0F8582F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447F87-09A8-696B-D7C1-42298DEB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45E9D1-BAFD-807B-6D47-C3A0E536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40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29E03E-BA4A-BF1C-19ED-1ED6AEC1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0F388B-7E58-1274-0F75-7C03A638A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7451C8-5DF0-3C8E-8296-C1824593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DFCD8E-AD32-7329-6C82-3562E447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BDCFF7-16D7-C5D5-D51E-CDFCF03D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0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36A97F-3350-ED86-E79E-B6CD0F52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0118FE-D434-5768-CABD-9EFC4ADAA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E11086-C49F-D121-4C7A-F86E47A9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D39DC9-B846-4A61-CD0D-556FE9BA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6E26A-D6E7-3B9F-C9C4-5D499BF9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02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3E6BA8-86EA-C99A-15B8-17F9337C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055E39-7AA5-7343-48D2-A390BA3F8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B7130B-0541-6691-6252-F43BD1F24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4FC228-DB63-CB63-2C53-F1638360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8F69B8-4EA8-E40C-54EB-845E141A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0D747D-7E95-966E-93EC-95FFF8AE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093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D0B049-A987-BE2E-7BE0-E6E7D3CC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75D7B4-C3EE-E707-54E6-2BD5CD969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3C4E75-6845-2D8A-FA55-B9D98E4A6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DA9BD9-E3DD-8D48-B88E-0156E3F0C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040612-4792-5B97-0E37-DC5CE5062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390C56-F295-54D3-222F-0DED5FAD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BA25B7-90D4-56B7-16C4-ED7DAEA5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CFE5D6D-320C-D3F0-AC50-3670DB75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56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B55FD-6311-0281-E233-33AC577C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339587-935E-D9C3-31D7-66F9D165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E0880B-5CE1-0028-949B-5D26C981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192550-6746-23C2-F4AF-48E3640A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71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B5EBD3-DEAA-9CC1-3C03-772990A8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810C62-0A6B-B1B3-6DD5-9AD98157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DC3BFB-DC04-A916-914A-48BCD65C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91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9483B-AB21-66E8-85A1-1A9B895A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20AFEF-45FD-28A2-B8F5-E43BBC0B1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255BCD-77F7-1917-7398-A8D692F71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C4282C-9E9C-A5E9-F3B8-BDD9C68F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CA9BCF-CE06-9CD5-24D0-F0409475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682773-53A4-DE99-CEB2-CBE3DA1A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79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CDA75B-2988-32E2-FA71-B37DF4A1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09B004-7632-C810-60E7-BF3ACF309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B6383D-9AC0-2047-CA78-28299C136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4DF706-9CF3-5969-B6A6-F2284321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DEF466-6662-0DE8-02F0-A18FEB60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15D7FB-6979-2162-A68F-B124BBFD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60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3B659F-3BC6-8971-4D15-93FEFC55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0A50F8-7FDA-C884-4CC2-5D8393712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07108D-7DDA-43AF-8A9E-2D6298EF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4137B4-E27D-0872-E454-EBE64560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A28905-DBFA-4C51-D578-0C7C3E6E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47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ABC65E-F21E-A0FD-A5DD-9EE92E050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3AC9C6-654C-A08F-F701-919E58D3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08CE23-AB72-1DB3-C943-500F8CCF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936BD8-0C26-35A0-7346-8CF88E9D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66D3C2-B5DC-7D68-E9E8-5E9054B3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57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6A8C44-D34C-B27C-D5A3-9E826357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813B47-0008-4F34-866E-4171A3A5D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C10A23-CE9F-B283-D77A-8B1FE521E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34E2F-E276-4742-B36E-3DCAE144A938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4E2500-7E25-C0E6-3A6F-6FD25EA5E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A122E2-D485-F58F-04DD-6C436D452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CAF48-1408-42FD-9391-FB64F1F797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24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CDEEAAD-70E1-D64C-383E-A44215C5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94" y="963716"/>
            <a:ext cx="9815411" cy="49305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74A11FA-97BB-1201-E7A3-F67F73EC7AB8}"/>
              </a:ext>
            </a:extLst>
          </p:cNvPr>
          <p:cNvSpPr txBox="1"/>
          <p:nvPr/>
        </p:nvSpPr>
        <p:spPr>
          <a:xfrm>
            <a:off x="2281880" y="271849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スリップスの発生予察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427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USHI RO</dc:creator>
  <cp:lastModifiedBy>USHI RO</cp:lastModifiedBy>
  <cp:revision>1</cp:revision>
  <dcterms:created xsi:type="dcterms:W3CDTF">2026-08-04T06:48:12Z</dcterms:created>
  <dcterms:modified xsi:type="dcterms:W3CDTF">2026-08-04T06:48:34Z</dcterms:modified>
</cp:coreProperties>
</file>